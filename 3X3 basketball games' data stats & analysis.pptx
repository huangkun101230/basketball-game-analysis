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0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9136"/>
  </p:normalViewPr>
  <p:slideViewPr>
    <p:cSldViewPr snapToGrid="0" snapToObjects="1">
      <p:cViewPr varScale="1">
        <p:scale>
          <a:sx n="65" d="100"/>
          <a:sy n="65" d="100"/>
        </p:scale>
        <p:origin x="1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Work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Workbook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Workbook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Workbook1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Workbook1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Workbook1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Workbook1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Zheng's</a:t>
            </a:r>
            <a:r>
              <a:rPr lang="zh-CN" altLang="en-US"/>
              <a:t> </a:t>
            </a:r>
            <a:r>
              <a:rPr lang="en-US" altLang="zh-CN"/>
              <a:t>Statistics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(Sheet1!$I$17,Sheet1!$I$23,Sheet1!$I$24,Sheet1!$I$25)</c:f>
              <c:strCache>
                <c:ptCount val="4"/>
                <c:pt idx="0">
                  <c:v>Zheng's Total points</c:v>
                </c:pt>
                <c:pt idx="1">
                  <c:v>Zheng's Total turnovers</c:v>
                </c:pt>
                <c:pt idx="2">
                  <c:v>Zheng's Total rebounds</c:v>
                </c:pt>
                <c:pt idx="3">
                  <c:v>Zheng's Total Assists</c:v>
                </c:pt>
              </c:strCache>
            </c:strRef>
          </c:cat>
          <c:val>
            <c:numRef>
              <c:f>(Sheet1!$J$17,Sheet1!$J$23,Sheet1!$J$24,Sheet1!$J$25)</c:f>
              <c:numCache>
                <c:formatCode>General</c:formatCode>
                <c:ptCount val="4"/>
                <c:pt idx="0">
                  <c:v>38.0</c:v>
                </c:pt>
                <c:pt idx="1">
                  <c:v>5.0</c:v>
                </c:pt>
                <c:pt idx="2">
                  <c:v>13.0</c:v>
                </c:pt>
                <c:pt idx="3">
                  <c:v>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438359920"/>
        <c:axId val="-438357600"/>
      </c:radarChart>
      <c:catAx>
        <c:axId val="-43835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38357600"/>
        <c:crosses val="autoZero"/>
        <c:auto val="1"/>
        <c:lblAlgn val="ctr"/>
        <c:lblOffset val="100"/>
        <c:noMultiLvlLbl val="0"/>
      </c:catAx>
      <c:valAx>
        <c:axId val="-438357600"/>
        <c:scaling>
          <c:orientation val="minMax"/>
          <c:max val="50.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3835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Liu's</a:t>
            </a:r>
            <a:r>
              <a:rPr lang="zh-CN" altLang="en-US"/>
              <a:t> </a:t>
            </a:r>
            <a:r>
              <a:rPr lang="en-US" altLang="zh-CN"/>
              <a:t>Statistics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(Sheet1!$I$2,Sheet1!$I$8,Sheet1!$I$9,Sheet1!$I$10)</c:f>
              <c:strCache>
                <c:ptCount val="4"/>
                <c:pt idx="0">
                  <c:v>Liu's Total points</c:v>
                </c:pt>
                <c:pt idx="1">
                  <c:v>Liu's Total turnovers</c:v>
                </c:pt>
                <c:pt idx="2">
                  <c:v>Liu's Total rebounds</c:v>
                </c:pt>
                <c:pt idx="3">
                  <c:v>Liu's Total Assists</c:v>
                </c:pt>
              </c:strCache>
            </c:strRef>
          </c:cat>
          <c:val>
            <c:numRef>
              <c:f>(Sheet1!$J$2,Sheet1!$J$8,Sheet1!$J$9,Sheet1!$J$10)</c:f>
              <c:numCache>
                <c:formatCode>General</c:formatCode>
                <c:ptCount val="4"/>
                <c:pt idx="0">
                  <c:v>33.0</c:v>
                </c:pt>
                <c:pt idx="1">
                  <c:v>9.0</c:v>
                </c:pt>
                <c:pt idx="2">
                  <c:v>48.0</c:v>
                </c:pt>
                <c:pt idx="3">
                  <c:v>14.0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435073280"/>
        <c:axId val="-434499488"/>
      </c:radarChart>
      <c:catAx>
        <c:axId val="-43507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34499488"/>
        <c:crosses val="autoZero"/>
        <c:auto val="1"/>
        <c:lblAlgn val="ctr"/>
        <c:lblOffset val="100"/>
        <c:noMultiLvlLbl val="0"/>
      </c:catAx>
      <c:valAx>
        <c:axId val="-434499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35073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Kun's</a:t>
            </a:r>
            <a:r>
              <a:rPr lang="zh-CN" altLang="en-US" baseline="0"/>
              <a:t> </a:t>
            </a:r>
            <a:r>
              <a:rPr lang="en-US" altLang="zh-CN" baseline="0"/>
              <a:t>Statistics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(Sheet1!$I$32,Sheet1!$I$38,Sheet1!$I$39,Sheet1!$I$40)</c:f>
              <c:strCache>
                <c:ptCount val="4"/>
                <c:pt idx="0">
                  <c:v>Kun's Total points</c:v>
                </c:pt>
                <c:pt idx="1">
                  <c:v>Kun's Total turnovers</c:v>
                </c:pt>
                <c:pt idx="2">
                  <c:v>Kun's Total rebounds</c:v>
                </c:pt>
                <c:pt idx="3">
                  <c:v>Kun's Total Assists</c:v>
                </c:pt>
              </c:strCache>
            </c:strRef>
          </c:cat>
          <c:val>
            <c:numRef>
              <c:f>(Sheet1!$J$32,Sheet1!$J$38,Sheet1!$J$39,Sheet1!$J$40)</c:f>
              <c:numCache>
                <c:formatCode>General</c:formatCode>
                <c:ptCount val="4"/>
                <c:pt idx="0">
                  <c:v>43.0</c:v>
                </c:pt>
                <c:pt idx="1">
                  <c:v>8.0</c:v>
                </c:pt>
                <c:pt idx="2">
                  <c:v>22.0</c:v>
                </c:pt>
                <c:pt idx="3">
                  <c:v>13.0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433558736"/>
        <c:axId val="-433556416"/>
      </c:radarChart>
      <c:catAx>
        <c:axId val="-43355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33556416"/>
        <c:crosses val="autoZero"/>
        <c:auto val="1"/>
        <c:lblAlgn val="ctr"/>
        <c:lblOffset val="100"/>
        <c:noMultiLvlLbl val="0"/>
      </c:catAx>
      <c:valAx>
        <c:axId val="-433556416"/>
        <c:scaling>
          <c:orientation val="minMax"/>
          <c:max val="50.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33558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The</a:t>
            </a:r>
            <a:r>
              <a:rPr lang="zh-CN"/>
              <a:t> </a:t>
            </a:r>
            <a:r>
              <a:rPr lang="en-US"/>
              <a:t>scoring</a:t>
            </a:r>
            <a:r>
              <a:rPr lang="zh-CN" altLang="en-US"/>
              <a:t> </a:t>
            </a:r>
            <a:r>
              <a:rPr lang="en-US" altLang="zh-CN"/>
              <a:t>ratio</a:t>
            </a:r>
            <a:r>
              <a:rPr lang="zh-CN"/>
              <a:t> </a:t>
            </a:r>
            <a:r>
              <a:rPr lang="en-US"/>
              <a:t>of</a:t>
            </a:r>
            <a:r>
              <a:rPr lang="zh-CN"/>
              <a:t> </a:t>
            </a:r>
            <a:r>
              <a:rPr lang="en-US"/>
              <a:t>each</a:t>
            </a:r>
            <a:r>
              <a:rPr lang="zh-CN"/>
              <a:t> </a:t>
            </a:r>
            <a:r>
              <a:rPr lang="en-US"/>
              <a:t>player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(Sheet1!$I$2,Sheet1!$I$17,Sheet1!$I$32)</c:f>
              <c:strCache>
                <c:ptCount val="3"/>
                <c:pt idx="0">
                  <c:v>Liu's Total points</c:v>
                </c:pt>
                <c:pt idx="1">
                  <c:v>Zheng's Total points</c:v>
                </c:pt>
                <c:pt idx="2">
                  <c:v>Kun's Total points</c:v>
                </c:pt>
              </c:strCache>
            </c:strRef>
          </c:cat>
          <c:val>
            <c:numRef>
              <c:f>(Sheet1!$J$2,Sheet1!$J$17,Sheet1!$J$32)</c:f>
              <c:numCache>
                <c:formatCode>General</c:formatCode>
                <c:ptCount val="3"/>
                <c:pt idx="0">
                  <c:v>33.0</c:v>
                </c:pt>
                <c:pt idx="1">
                  <c:v>38.0</c:v>
                </c:pt>
                <c:pt idx="2">
                  <c:v>43.0</c:v>
                </c:pt>
              </c:numCache>
            </c:numRef>
          </c:val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shots</a:t>
            </a:r>
            <a:r>
              <a:rPr lang="zh-CN" altLang="en-US"/>
              <a:t> </a:t>
            </a:r>
            <a:r>
              <a:rPr lang="en-US" altLang="zh-CN"/>
              <a:t>ratio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each</a:t>
            </a:r>
            <a:r>
              <a:rPr lang="zh-CN" altLang="en-US"/>
              <a:t> </a:t>
            </a:r>
            <a:r>
              <a:rPr lang="en-US" altLang="zh-CN"/>
              <a:t>player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(Sheet1!$I$4,Sheet1!$I$19,Sheet1!$I$34)</c:f>
              <c:strCache>
                <c:ptCount val="3"/>
                <c:pt idx="0">
                  <c:v>Liu's Total shots</c:v>
                </c:pt>
                <c:pt idx="1">
                  <c:v>Zheng's Total shots</c:v>
                </c:pt>
                <c:pt idx="2">
                  <c:v>Kun's Total shots</c:v>
                </c:pt>
              </c:strCache>
            </c:strRef>
          </c:cat>
          <c:val>
            <c:numRef>
              <c:f>(Sheet1!$J$4,Sheet1!$J$19,Sheet1!$J$34)</c:f>
              <c:numCache>
                <c:formatCode>General</c:formatCode>
                <c:ptCount val="3"/>
                <c:pt idx="0">
                  <c:v>34.0</c:v>
                </c:pt>
                <c:pt idx="1">
                  <c:v>44.0</c:v>
                </c:pt>
                <c:pt idx="2">
                  <c:v>41.0</c:v>
                </c:pt>
              </c:numCache>
            </c:numRef>
          </c:val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Team</a:t>
            </a:r>
            <a:r>
              <a:rPr lang="zh-CN"/>
              <a:t> </a:t>
            </a:r>
            <a:r>
              <a:rPr lang="en-US"/>
              <a:t>Stats</a:t>
            </a:r>
            <a:r>
              <a:rPr lang="zh-CN"/>
              <a:t> </a:t>
            </a:r>
            <a:r>
              <a:rPr lang="en-US"/>
              <a:t>of</a:t>
            </a:r>
            <a:r>
              <a:rPr lang="zh-CN"/>
              <a:t> </a:t>
            </a:r>
            <a:r>
              <a:rPr lang="en-US"/>
              <a:t>2</a:t>
            </a:r>
            <a:r>
              <a:rPr lang="zh-CN"/>
              <a:t> </a:t>
            </a:r>
            <a:r>
              <a:rPr lang="en-US"/>
              <a:t>&amp;</a:t>
            </a:r>
            <a:r>
              <a:rPr lang="zh-CN"/>
              <a:t> </a:t>
            </a:r>
            <a:r>
              <a:rPr lang="en-US"/>
              <a:t>3-point</a:t>
            </a:r>
            <a:r>
              <a:rPr lang="zh-CN"/>
              <a:t> </a:t>
            </a:r>
            <a:r>
              <a:rPr lang="en-US"/>
              <a:t>shots</a:t>
            </a:r>
            <a:r>
              <a:rPr lang="zh-CN"/>
              <a:t> </a:t>
            </a:r>
            <a:r>
              <a:rPr lang="en-US"/>
              <a:t>ratio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(Sheet1!$M$19,Sheet1!$M$21)</c:f>
              <c:strCache>
                <c:ptCount val="2"/>
                <c:pt idx="0">
                  <c:v>2-point shots(total)</c:v>
                </c:pt>
                <c:pt idx="1">
                  <c:v>3-point shots(total)</c:v>
                </c:pt>
              </c:strCache>
            </c:strRef>
          </c:cat>
          <c:val>
            <c:numRef>
              <c:f>(Sheet1!$N$19,Sheet1!$N$21)</c:f>
              <c:numCache>
                <c:formatCode>General</c:formatCode>
                <c:ptCount val="2"/>
                <c:pt idx="0">
                  <c:v>84.0</c:v>
                </c:pt>
                <c:pt idx="1">
                  <c:v>35.0</c:v>
                </c:pt>
              </c:numCache>
            </c:numRef>
          </c:val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altLang="zh-CN"/>
              <a:t>Team</a:t>
            </a:r>
            <a:r>
              <a:rPr lang="zh-CN" altLang="en-US"/>
              <a:t> </a:t>
            </a:r>
            <a:r>
              <a:rPr lang="en-US" altLang="zh-CN"/>
              <a:t>Stats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2</a:t>
            </a:r>
            <a:r>
              <a:rPr lang="zh-CN" altLang="en-US"/>
              <a:t> </a:t>
            </a:r>
            <a:r>
              <a:rPr lang="en-US" altLang="zh-CN"/>
              <a:t>&amp;</a:t>
            </a:r>
            <a:r>
              <a:rPr lang="zh-CN" altLang="en-US"/>
              <a:t> </a:t>
            </a:r>
            <a:r>
              <a:rPr lang="en-US" altLang="zh-CN"/>
              <a:t>3-point</a:t>
            </a:r>
            <a:r>
              <a:rPr lang="zh-CN" altLang="en-US"/>
              <a:t> </a:t>
            </a:r>
            <a:r>
              <a:rPr lang="en-US" altLang="zh-CN"/>
              <a:t>score</a:t>
            </a:r>
            <a:r>
              <a:rPr lang="zh-CN" altLang="en-US"/>
              <a:t> </a:t>
            </a:r>
            <a:r>
              <a:rPr lang="en-US" altLang="zh-CN"/>
              <a:t>ratio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(Sheet1!$M$22,Sheet1!$M$23)</c:f>
              <c:strCache>
                <c:ptCount val="2"/>
                <c:pt idx="0">
                  <c:v>2-point score</c:v>
                </c:pt>
                <c:pt idx="1">
                  <c:v>3-point score</c:v>
                </c:pt>
              </c:strCache>
            </c:strRef>
          </c:cat>
          <c:val>
            <c:numRef>
              <c:f>(Sheet1!$N$22,Sheet1!$N$23)</c:f>
              <c:numCache>
                <c:formatCode>General</c:formatCode>
                <c:ptCount val="2"/>
                <c:pt idx="0">
                  <c:v>72.0</c:v>
                </c:pt>
                <c:pt idx="1">
                  <c:v>39.0</c:v>
                </c:pt>
              </c:numCache>
            </c:numRef>
          </c:val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altLang="zh-CN"/>
              <a:t>Turnover</a:t>
            </a:r>
            <a:r>
              <a:rPr lang="zh-CN" altLang="en-US"/>
              <a:t> </a:t>
            </a:r>
            <a:r>
              <a:rPr lang="en-US" altLang="zh-CN"/>
              <a:t>num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each</a:t>
            </a:r>
            <a:r>
              <a:rPr lang="zh-CN" altLang="en-US"/>
              <a:t> </a:t>
            </a:r>
            <a:r>
              <a:rPr lang="en-US" altLang="zh-CN"/>
              <a:t>player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(Sheet1!$I$8,Sheet1!$I$23,Sheet1!$I$38)</c:f>
              <c:strCache>
                <c:ptCount val="3"/>
                <c:pt idx="0">
                  <c:v>Liu's Total turnovers</c:v>
                </c:pt>
                <c:pt idx="1">
                  <c:v>Zheng's Total turnovers</c:v>
                </c:pt>
                <c:pt idx="2">
                  <c:v>Kun's Total turnovers</c:v>
                </c:pt>
              </c:strCache>
            </c:strRef>
          </c:cat>
          <c:val>
            <c:numRef>
              <c:f>(Sheet1!$J$8,Sheet1!$J$23,Sheet1!$J$38)</c:f>
              <c:numCache>
                <c:formatCode>General</c:formatCode>
                <c:ptCount val="3"/>
                <c:pt idx="0">
                  <c:v>9.0</c:v>
                </c:pt>
                <c:pt idx="1">
                  <c:v>5.0</c:v>
                </c:pt>
                <c:pt idx="2">
                  <c:v>8.0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5"/>
        <c:overlap val="-45"/>
        <c:axId val="-441434800"/>
        <c:axId val="-441432320"/>
      </c:barChart>
      <c:catAx>
        <c:axId val="-441434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41432320"/>
        <c:crosses val="autoZero"/>
        <c:auto val="1"/>
        <c:lblAlgn val="ctr"/>
        <c:lblOffset val="100"/>
        <c:noMultiLvlLbl val="0"/>
      </c:catAx>
      <c:valAx>
        <c:axId val="-441432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441434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1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/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1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/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1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/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27997-253C-DC43-BAEF-9BFE156E776B}" type="datetimeFigureOut">
              <a:rPr lang="en-US" smtClean="0"/>
              <a:t>8/23/18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B7366-81DC-3A4D-A1CB-4F3C03A1A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1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For the above graph, we could find that </a:t>
            </a:r>
            <a:r>
              <a:rPr lang="en-US" altLang="zh-CN" dirty="0" err="1" smtClean="0"/>
              <a:t>Kun’s</a:t>
            </a:r>
            <a:r>
              <a:rPr lang="en-US" altLang="zh-CN" dirty="0" smtClean="0"/>
              <a:t> efficient is the highest one. He scored 38% of the total points by used only 34% times of total shots.  Liu took 29% times of the total shots and contribute 29% points of the team. The last one is Zheng, his efficient is relatively low, he occupied 37% times of shots but only scored 33% of the total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B7366-81DC-3A4D-A1CB-4F3C03A1AA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0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These two pie charts show the ratio of different shots and different shots scoring respectively. As we can see, our team took 71% times of total 2-point shots and scored 65% of the total points. On the other hand, we only took 29% times of total 3-point shots and made 35% of the total points. This means our 3-point shot is a more efficient way of scoring the point than 2-point shot for our team. 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This also can be proved by calculation: </a:t>
            </a:r>
          </a:p>
          <a:p>
            <a:r>
              <a:rPr lang="en-US" altLang="zh-CN" dirty="0" smtClean="0"/>
              <a:t>2-point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shot</a:t>
            </a:r>
            <a:r>
              <a:rPr lang="zh-CN" altLang="en-US" dirty="0" smtClean="0"/>
              <a:t> </a:t>
            </a:r>
            <a:r>
              <a:rPr lang="en-US" altLang="zh-CN" dirty="0" smtClean="0"/>
              <a:t>scoring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rate: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the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total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score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of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2-point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shot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made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/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the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total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number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of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2-point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shot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=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72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/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84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=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0.857</a:t>
            </a:r>
          </a:p>
          <a:p>
            <a:r>
              <a:rPr lang="en-US" altLang="zh-CN" dirty="0" smtClean="0"/>
              <a:t>3-point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shot</a:t>
            </a:r>
            <a:r>
              <a:rPr lang="zh-CN" altLang="en-US" dirty="0" smtClean="0"/>
              <a:t> </a:t>
            </a:r>
            <a:r>
              <a:rPr lang="en-US" altLang="zh-CN" dirty="0" smtClean="0"/>
              <a:t>scoring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rate: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the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total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score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of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3-point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shot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made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/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the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total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number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of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3-point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shot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=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39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/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35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=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1.114</a:t>
            </a:r>
          </a:p>
          <a:p>
            <a:endParaRPr lang="en-US" altLang="zh-CN" baseline="0" dirty="0" smtClean="0"/>
          </a:p>
          <a:p>
            <a:r>
              <a:rPr lang="en-US" altLang="zh-CN" baseline="0" dirty="0" smtClean="0"/>
              <a:t>This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means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we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could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score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0.857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points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when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we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shot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every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2-point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ball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and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we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could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score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1.114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points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when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we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shot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every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3-point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ball.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B7366-81DC-3A4D-A1CB-4F3C03A1AA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9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B7366-81DC-3A4D-A1CB-4F3C03A1AA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4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D1E19-B839-E941-B7F3-0029031CF1BD}" type="datetimeFigureOut">
              <a:rPr lang="en-US" smtClean="0"/>
              <a:t>8/23/18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8179F-F3E5-904D-9476-6A37AB224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890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1" r:id="rId3"/>
    <p:sldLayoutId id="2147484212" r:id="rId4"/>
    <p:sldLayoutId id="2147484213" r:id="rId5"/>
    <p:sldLayoutId id="2147484214" r:id="rId6"/>
    <p:sldLayoutId id="2147484215" r:id="rId7"/>
    <p:sldLayoutId id="2147484216" r:id="rId8"/>
    <p:sldLayoutId id="2147484217" r:id="rId9"/>
    <p:sldLayoutId id="2147484218" r:id="rId10"/>
    <p:sldLayoutId id="2147484219" r:id="rId11"/>
    <p:sldLayoutId id="2147484220" r:id="rId12"/>
    <p:sldLayoutId id="2147484221" r:id="rId13"/>
    <p:sldLayoutId id="2147484222" r:id="rId14"/>
    <p:sldLayoutId id="2147484223" r:id="rId15"/>
    <p:sldLayoutId id="2147484224" r:id="rId16"/>
    <p:sldLayoutId id="21474842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3X3</a:t>
            </a:r>
            <a:r>
              <a:rPr lang="zh-CN" altLang="en-US" dirty="0" smtClean="0"/>
              <a:t> </a:t>
            </a:r>
            <a:r>
              <a:rPr lang="en-US" altLang="zh-CN" dirty="0" smtClean="0"/>
              <a:t>BASKETBALL</a:t>
            </a:r>
            <a:r>
              <a:rPr lang="zh-CN" altLang="en-US" dirty="0" smtClean="0"/>
              <a:t> </a:t>
            </a:r>
            <a:r>
              <a:rPr lang="en-US" altLang="zh-CN" dirty="0" smtClean="0"/>
              <a:t>GAMES’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 </a:t>
            </a:r>
            <a:r>
              <a:rPr lang="en-US" altLang="zh-CN" dirty="0" smtClean="0"/>
              <a:t>STATISTICS</a:t>
            </a:r>
            <a:r>
              <a:rPr lang="zh-CN" altLang="en-US" dirty="0" smtClean="0"/>
              <a:t> 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 </a:t>
            </a:r>
            <a:r>
              <a:rPr lang="en-US" altLang="zh-CN" dirty="0" smtClean="0"/>
              <a:t>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zh-CN" dirty="0" smtClean="0"/>
          </a:p>
          <a:p>
            <a:r>
              <a:rPr lang="en-US" altLang="zh-CN" dirty="0" smtClean="0"/>
              <a:t>Produced</a:t>
            </a:r>
            <a:r>
              <a:rPr lang="zh-CN" altLang="en-US" dirty="0" smtClean="0"/>
              <a:t> </a:t>
            </a:r>
            <a:r>
              <a:rPr lang="en-US" altLang="zh-CN" dirty="0" smtClean="0"/>
              <a:t>by</a:t>
            </a:r>
            <a:r>
              <a:rPr lang="zh-CN" altLang="en-US" dirty="0" smtClean="0"/>
              <a:t> </a:t>
            </a:r>
            <a:r>
              <a:rPr lang="en-US" altLang="zh-CN" dirty="0" smtClean="0"/>
              <a:t>Kun</a:t>
            </a:r>
            <a:r>
              <a:rPr lang="zh-CN" altLang="en-US" dirty="0" smtClean="0"/>
              <a:t> </a:t>
            </a:r>
            <a:r>
              <a:rPr lang="en-US" altLang="zh-CN" dirty="0" smtClean="0"/>
              <a:t>Huang</a:t>
            </a:r>
          </a:p>
          <a:p>
            <a:r>
              <a:rPr lang="en-US" altLang="zh-CN" dirty="0" smtClean="0"/>
              <a:t>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02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 this project, I am going to make data summaries of several basketball games to find the most efficient score way for our team/</a:t>
            </a:r>
            <a:r>
              <a:rPr lang="zh-CN" altLang="en-US" dirty="0" smtClean="0"/>
              <a:t> </a:t>
            </a:r>
            <a:r>
              <a:rPr lang="en-US" altLang="zh-CN" dirty="0" smtClean="0"/>
              <a:t>each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player and also the weakness we have.</a:t>
            </a:r>
          </a:p>
          <a:p>
            <a:r>
              <a:rPr lang="en-US" dirty="0" smtClean="0"/>
              <a:t>I collected all the necessary data from 6 recorded videos of 3X3 basketball games. (We only had 6 games so that some conclusion might not be such convinced</a:t>
            </a:r>
            <a:r>
              <a:rPr lang="en-US" altLang="zh-CN" dirty="0" smtClean="0"/>
              <a:t>.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cardinality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too</a:t>
            </a:r>
            <a:r>
              <a:rPr lang="zh-CN" altLang="en-US" dirty="0" smtClean="0"/>
              <a:t> </a:t>
            </a:r>
            <a:r>
              <a:rPr lang="en-US" altLang="zh-CN" dirty="0" smtClean="0"/>
              <a:t>small</a:t>
            </a:r>
            <a:r>
              <a:rPr lang="en-US" dirty="0" smtClean="0"/>
              <a:t>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66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Stats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each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player</a:t>
            </a:r>
            <a:r>
              <a:rPr lang="zh-CN" altLang="en-US" dirty="0" smtClean="0"/>
              <a:t> </a:t>
            </a:r>
            <a:r>
              <a:rPr lang="en-US" altLang="zh-CN" dirty="0" smtClean="0"/>
              <a:t>(1)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92172320"/>
              </p:ext>
            </p:extLst>
          </p:nvPr>
        </p:nvGraphicFramePr>
        <p:xfrm>
          <a:off x="681038" y="2336800"/>
          <a:ext cx="4697412" cy="359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ontent Placeholder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93565085"/>
              </p:ext>
            </p:extLst>
          </p:nvPr>
        </p:nvGraphicFramePr>
        <p:xfrm>
          <a:off x="5594350" y="2336800"/>
          <a:ext cx="4700588" cy="359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0934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Stats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player</a:t>
            </a:r>
            <a:r>
              <a:rPr lang="zh-CN" altLang="en-US" dirty="0"/>
              <a:t> </a:t>
            </a:r>
            <a:r>
              <a:rPr lang="en-US" altLang="zh-CN" dirty="0" smtClean="0"/>
              <a:t>(2)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dirty="0"/>
              <a:t>The radar graph shows the total statistics with four edges for 6 games of each player. There are total points, total assists, total rebounds and total turnovers at each edge respectively. </a:t>
            </a:r>
            <a:endParaRPr lang="en-US" altLang="zh-CN" dirty="0" smtClean="0"/>
          </a:p>
          <a:p>
            <a:pPr marL="285750" indent="-285750">
              <a:buFont typeface="Arial" charset="0"/>
              <a:buChar char="•"/>
            </a:pPr>
            <a:r>
              <a:rPr lang="en-US" altLang="zh-CN" dirty="0"/>
              <a:t>These radar graph could show each player's ability at some point but as I mentioned before, the cardinality is too small. 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974923"/>
              </p:ext>
            </p:extLst>
          </p:nvPr>
        </p:nvGraphicFramePr>
        <p:xfrm>
          <a:off x="4686300" y="2336800"/>
          <a:ext cx="5608638" cy="359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27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contribute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each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player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smtClean="0"/>
              <a:t>scoring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efficient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67851533"/>
              </p:ext>
            </p:extLst>
          </p:nvPr>
        </p:nvGraphicFramePr>
        <p:xfrm>
          <a:off x="681038" y="2336800"/>
          <a:ext cx="4697412" cy="359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ontent Placeholder 1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86811951"/>
              </p:ext>
            </p:extLst>
          </p:nvPr>
        </p:nvGraphicFramePr>
        <p:xfrm>
          <a:off x="5594349" y="2336800"/>
          <a:ext cx="4851977" cy="359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8695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Team</a:t>
            </a:r>
            <a:r>
              <a:rPr lang="zh-CN" altLang="en-US" dirty="0" smtClean="0"/>
              <a:t> </a:t>
            </a:r>
            <a:r>
              <a:rPr lang="en-US" altLang="zh-CN" dirty="0" smtClean="0"/>
              <a:t>statistics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ratio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different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shots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ratio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different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shots</a:t>
            </a:r>
            <a:r>
              <a:rPr lang="zh-CN" altLang="en-US" dirty="0" smtClean="0"/>
              <a:t> </a:t>
            </a:r>
            <a:r>
              <a:rPr lang="en-US" altLang="zh-CN" dirty="0" smtClean="0"/>
              <a:t>scoring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10898665"/>
              </p:ext>
            </p:extLst>
          </p:nvPr>
        </p:nvGraphicFramePr>
        <p:xfrm>
          <a:off x="681038" y="3030538"/>
          <a:ext cx="4697412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622334394"/>
              </p:ext>
            </p:extLst>
          </p:nvPr>
        </p:nvGraphicFramePr>
        <p:xfrm>
          <a:off x="5594350" y="3030538"/>
          <a:ext cx="4700588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1704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Turnovers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smtClean="0"/>
              <a:t>This</a:t>
            </a:r>
            <a:r>
              <a:rPr lang="zh-CN" altLang="en-US" dirty="0" smtClean="0"/>
              <a:t> </a:t>
            </a:r>
            <a:r>
              <a:rPr lang="en-US" altLang="zh-CN" dirty="0" smtClean="0"/>
              <a:t>graph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shows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total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turnovers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each</a:t>
            </a:r>
            <a:r>
              <a:rPr lang="zh-CN" altLang="en-US" dirty="0" smtClean="0"/>
              <a:t> </a:t>
            </a:r>
            <a:r>
              <a:rPr lang="en-US" altLang="zh-CN" dirty="0" smtClean="0"/>
              <a:t>player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six</a:t>
            </a:r>
            <a:r>
              <a:rPr lang="zh-CN" altLang="en-US" dirty="0" smtClean="0"/>
              <a:t> </a:t>
            </a:r>
            <a:r>
              <a:rPr lang="en-US" altLang="zh-CN" dirty="0" smtClean="0"/>
              <a:t>games.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average</a:t>
            </a:r>
            <a:r>
              <a:rPr lang="zh-CN" altLang="en-US" dirty="0" smtClean="0"/>
              <a:t> </a:t>
            </a:r>
            <a:r>
              <a:rPr lang="en-US" altLang="zh-CN" dirty="0" smtClean="0"/>
              <a:t>times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turnover</a:t>
            </a:r>
            <a:r>
              <a:rPr lang="zh-CN" altLang="en-US" dirty="0" smtClean="0"/>
              <a:t> </a:t>
            </a:r>
            <a:r>
              <a:rPr lang="en-US" altLang="zh-CN" dirty="0" smtClean="0"/>
              <a:t>per</a:t>
            </a:r>
            <a:r>
              <a:rPr lang="zh-CN" altLang="en-US" dirty="0" smtClean="0"/>
              <a:t> </a:t>
            </a:r>
            <a:r>
              <a:rPr lang="en-US" altLang="zh-CN" dirty="0" smtClean="0"/>
              <a:t>game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22/6</a:t>
            </a:r>
            <a:r>
              <a:rPr lang="zh-CN" altLang="en-US" dirty="0" smtClean="0"/>
              <a:t> </a:t>
            </a:r>
            <a:r>
              <a:rPr lang="en-US" altLang="zh-CN" dirty="0" smtClean="0"/>
              <a:t>=3.67.</a:t>
            </a:r>
            <a:r>
              <a:rPr lang="zh-CN" altLang="en-US" dirty="0" smtClean="0"/>
              <a:t> </a:t>
            </a:r>
            <a:r>
              <a:rPr lang="en-US" altLang="zh-CN" dirty="0" smtClean="0"/>
              <a:t>This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quite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lot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basketball</a:t>
            </a:r>
            <a:r>
              <a:rPr lang="zh-CN" altLang="en-US" dirty="0" smtClean="0"/>
              <a:t> </a:t>
            </a:r>
            <a:r>
              <a:rPr lang="en-US" altLang="zh-CN" dirty="0" smtClean="0"/>
              <a:t>game.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1777646"/>
              </p:ext>
            </p:extLst>
          </p:nvPr>
        </p:nvGraphicFramePr>
        <p:xfrm>
          <a:off x="4686300" y="2336800"/>
          <a:ext cx="5608638" cy="359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7666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Conclusion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(so</a:t>
            </a:r>
            <a:r>
              <a:rPr lang="zh-CN" altLang="en-US" dirty="0" smtClean="0"/>
              <a:t> </a:t>
            </a:r>
            <a:r>
              <a:rPr lang="en-US" altLang="zh-CN" dirty="0" smtClean="0"/>
              <a:t>far</a:t>
            </a:r>
            <a:r>
              <a:rPr lang="zh-CN" altLang="en-US" dirty="0" smtClean="0"/>
              <a:t> </a:t>
            </a:r>
            <a:r>
              <a:rPr lang="en-US" altLang="zh-CN" dirty="0" smtClean="0"/>
              <a:t>by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above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Turnovers!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first</a:t>
            </a:r>
            <a:r>
              <a:rPr lang="zh-CN" altLang="en-US" dirty="0" smtClean="0"/>
              <a:t> </a:t>
            </a:r>
            <a:r>
              <a:rPr lang="en-US" altLang="zh-CN" dirty="0" smtClean="0"/>
              <a:t>point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turnover.</a:t>
            </a:r>
            <a:r>
              <a:rPr lang="zh-CN" altLang="en-US" dirty="0" smtClean="0"/>
              <a:t> </a:t>
            </a:r>
            <a:r>
              <a:rPr lang="en-US" altLang="zh-CN" dirty="0" smtClean="0"/>
              <a:t>Our</a:t>
            </a:r>
            <a:r>
              <a:rPr lang="zh-CN" altLang="en-US" dirty="0" smtClean="0"/>
              <a:t> </a:t>
            </a:r>
            <a:r>
              <a:rPr lang="en-US" altLang="zh-CN" dirty="0" smtClean="0"/>
              <a:t>team</a:t>
            </a:r>
            <a:r>
              <a:rPr lang="zh-CN" altLang="en-US" dirty="0" smtClean="0"/>
              <a:t> </a:t>
            </a:r>
            <a:r>
              <a:rPr lang="en-US" altLang="zh-CN" dirty="0" smtClean="0"/>
              <a:t>needs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reduce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turnovers.</a:t>
            </a:r>
          </a:p>
          <a:p>
            <a:r>
              <a:rPr lang="en-US" altLang="zh-CN" dirty="0" smtClean="0"/>
              <a:t>Every</a:t>
            </a:r>
            <a:r>
              <a:rPr lang="zh-CN" altLang="en-US" dirty="0"/>
              <a:t> </a:t>
            </a:r>
            <a:r>
              <a:rPr lang="en-US" altLang="zh-CN" dirty="0" smtClean="0"/>
              <a:t>team</a:t>
            </a:r>
            <a:r>
              <a:rPr lang="zh-CN" altLang="en-US" dirty="0" smtClean="0"/>
              <a:t> </a:t>
            </a:r>
            <a:r>
              <a:rPr lang="en-US" altLang="zh-CN" dirty="0" smtClean="0"/>
              <a:t>member</a:t>
            </a:r>
            <a:r>
              <a:rPr lang="zh-CN" altLang="en-US" dirty="0" smtClean="0"/>
              <a:t> </a:t>
            </a:r>
            <a:r>
              <a:rPr lang="en-US" altLang="zh-CN" dirty="0" smtClean="0"/>
              <a:t>needs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improve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their</a:t>
            </a:r>
            <a:r>
              <a:rPr lang="zh-CN" altLang="en-US" dirty="0" smtClean="0"/>
              <a:t> </a:t>
            </a:r>
            <a:r>
              <a:rPr lang="en-US" altLang="zh-CN" dirty="0" smtClean="0"/>
              <a:t>ability.</a:t>
            </a:r>
            <a:r>
              <a:rPr lang="zh-CN" altLang="en-US" dirty="0" smtClean="0"/>
              <a:t> </a:t>
            </a:r>
            <a:r>
              <a:rPr lang="en-US" altLang="zh-CN" dirty="0" smtClean="0"/>
              <a:t>(especially</a:t>
            </a:r>
            <a:r>
              <a:rPr lang="zh-CN" altLang="en-US" dirty="0" smtClean="0"/>
              <a:t> </a:t>
            </a:r>
            <a:r>
              <a:rPr lang="en-US" altLang="zh-CN" dirty="0" smtClean="0"/>
              <a:t>Zheng</a:t>
            </a:r>
            <a:r>
              <a:rPr lang="zh-CN" altLang="en-US" dirty="0" smtClean="0"/>
              <a:t> </a:t>
            </a:r>
            <a:r>
              <a:rPr lang="en-US" altLang="zh-CN" dirty="0" smtClean="0"/>
              <a:t>needs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catch</a:t>
            </a:r>
            <a:r>
              <a:rPr lang="zh-CN" altLang="en-US" dirty="0" smtClean="0"/>
              <a:t> </a:t>
            </a:r>
            <a:r>
              <a:rPr lang="en-US" altLang="zh-CN" dirty="0" smtClean="0"/>
              <a:t>up)</a:t>
            </a:r>
          </a:p>
          <a:p>
            <a:r>
              <a:rPr lang="en-US" altLang="zh-CN" dirty="0" smtClean="0"/>
              <a:t>Our</a:t>
            </a:r>
            <a:r>
              <a:rPr lang="zh-CN" altLang="en-US" dirty="0" smtClean="0"/>
              <a:t> </a:t>
            </a:r>
            <a:r>
              <a:rPr lang="en-US" altLang="zh-CN" dirty="0" smtClean="0"/>
              <a:t>team</a:t>
            </a:r>
            <a:r>
              <a:rPr lang="zh-CN" altLang="en-US" dirty="0" smtClean="0"/>
              <a:t> </a:t>
            </a:r>
            <a:r>
              <a:rPr lang="en-US" altLang="zh-CN" dirty="0" smtClean="0"/>
              <a:t>could</a:t>
            </a:r>
            <a:r>
              <a:rPr lang="zh-CN" altLang="en-US" dirty="0" smtClean="0"/>
              <a:t> </a:t>
            </a:r>
            <a:r>
              <a:rPr lang="en-US" altLang="zh-CN" dirty="0" smtClean="0"/>
              <a:t>increase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3-point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shot.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shows</a:t>
            </a:r>
            <a:r>
              <a:rPr lang="zh-CN" altLang="en-US" dirty="0" smtClean="0"/>
              <a:t> </a:t>
            </a:r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have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higher</a:t>
            </a:r>
            <a:r>
              <a:rPr lang="zh-CN" altLang="en-US" dirty="0" smtClean="0"/>
              <a:t> </a:t>
            </a:r>
            <a:r>
              <a:rPr lang="en-US" altLang="zh-CN" dirty="0" smtClean="0"/>
              <a:t>point</a:t>
            </a:r>
            <a:r>
              <a:rPr lang="zh-CN" altLang="en-US" dirty="0" smtClean="0"/>
              <a:t> </a:t>
            </a:r>
            <a:r>
              <a:rPr lang="en-US" altLang="zh-CN" dirty="0" smtClean="0"/>
              <a:t>transfer</a:t>
            </a:r>
            <a:r>
              <a:rPr lang="zh-CN" altLang="en-US" dirty="0" smtClean="0"/>
              <a:t> </a:t>
            </a:r>
            <a:r>
              <a:rPr lang="en-US" altLang="zh-CN" dirty="0" smtClean="0"/>
              <a:t>rate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3-point</a:t>
            </a:r>
            <a:r>
              <a:rPr lang="zh-CN" altLang="en-US" dirty="0" smtClean="0"/>
              <a:t> </a:t>
            </a:r>
            <a:r>
              <a:rPr lang="en-US" altLang="zh-CN" dirty="0" smtClean="0"/>
              <a:t>shot.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08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201</TotalTime>
  <Words>582</Words>
  <Application>Microsoft Macintosh PowerPoint</Application>
  <PresentationFormat>Widescreen</PresentationFormat>
  <Paragraphs>40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DengXian</vt:lpstr>
      <vt:lpstr>Trebuchet MS</vt:lpstr>
      <vt:lpstr>宋体</vt:lpstr>
      <vt:lpstr>Arial</vt:lpstr>
      <vt:lpstr>Berlin</vt:lpstr>
      <vt:lpstr>3X3 BASKETBALL GAMES’ DATA STATISTICS &amp; ANALYSIS</vt:lpstr>
      <vt:lpstr>INTRODUCTION</vt:lpstr>
      <vt:lpstr>The Stats for each player (1)</vt:lpstr>
      <vt:lpstr>The Stats for each player (2)</vt:lpstr>
      <vt:lpstr>The contribute for each player in scoring efficient</vt:lpstr>
      <vt:lpstr>Team statistics</vt:lpstr>
      <vt:lpstr>Turnovers</vt:lpstr>
      <vt:lpstr>Conclusion (so far by the above data)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3X3 BASKETBALL GAMES’ DATA STATISTICS</dc:title>
  <dc:creator>Huang Kun</dc:creator>
  <cp:lastModifiedBy>Huang Kun</cp:lastModifiedBy>
  <cp:revision>12</cp:revision>
  <dcterms:created xsi:type="dcterms:W3CDTF">2018-08-23T03:43:17Z</dcterms:created>
  <dcterms:modified xsi:type="dcterms:W3CDTF">2018-08-23T07:06:39Z</dcterms:modified>
</cp:coreProperties>
</file>